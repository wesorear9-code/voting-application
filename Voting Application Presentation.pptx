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8" r:id="rId2"/>
    <p:sldId id="272" r:id="rId3"/>
    <p:sldId id="279" r:id="rId4"/>
    <p:sldId id="280" r:id="rId5"/>
    <p:sldId id="27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CDD8A1-AF23-4A80-BB56-8A8AD463AD33}">
          <p14:sldIdLst>
            <p14:sldId id="278"/>
          </p14:sldIdLst>
        </p14:section>
        <p14:section name="Footer" id="{7F131A99-2441-4144-B23D-84ADD85EEFE6}">
          <p14:sldIdLst>
            <p14:sldId id="272"/>
            <p14:sldId id="279"/>
            <p14:sldId id="280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7DB3"/>
    <a:srgbClr val="4F2D7F"/>
    <a:srgbClr val="FFFFFF"/>
    <a:srgbClr val="E64C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74"/>
  </p:normalViewPr>
  <p:slideViewPr>
    <p:cSldViewPr snapToGrid="0" snapToObjects="1">
      <p:cViewPr varScale="1">
        <p:scale>
          <a:sx n="51" d="100"/>
          <a:sy n="51" d="100"/>
        </p:scale>
        <p:origin x="67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4" d="100"/>
          <a:sy n="84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EB8C8C-74FF-8143-A0FA-81B49547E4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7B0A5-7825-9A42-B7F3-1301A161B0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8D396-07A9-764B-A9F0-B1F83CB46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19621-9297-9644-9E11-C57E6CFEE6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522E3-BD32-BF41-AF3F-FA27E1B01F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AAAED-E5EB-0D4B-992F-05E282F61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17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FEDE2-AE67-441A-9C43-4C8BD6F5637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D1B00A-6659-47AF-907C-66BF12FC7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7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4F2D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F379-23D4-8F46-B014-F18E74EAB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3320" y="2122656"/>
            <a:ext cx="7461033" cy="1767655"/>
          </a:xfrm>
        </p:spPr>
        <p:txBody>
          <a:bodyPr anchor="b">
            <a:noAutofit/>
          </a:bodyPr>
          <a:lstStyle>
            <a:lvl1pPr algn="l">
              <a:defRPr sz="6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BBF39-04B2-CA48-B611-B7D7ED5A84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73321" y="4075146"/>
            <a:ext cx="6663814" cy="43862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spc="0" baseline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2D27FC-0ABE-394C-B734-762CBDED703F}"/>
              </a:ext>
            </a:extLst>
          </p:cNvPr>
          <p:cNvCxnSpPr>
            <a:cxnSpLocks/>
          </p:cNvCxnSpPr>
          <p:nvPr userDrawn="1"/>
        </p:nvCxnSpPr>
        <p:spPr>
          <a:xfrm>
            <a:off x="3452351" y="2520683"/>
            <a:ext cx="0" cy="188263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325AF3B-9773-4B2A-8B3E-383060D011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8221" y="2122656"/>
            <a:ext cx="2593646" cy="259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45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CB34EF-41E0-4D2D-A2E6-4A2FF35498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1" r="31"/>
          <a:stretch/>
        </p:blipFill>
        <p:spPr>
          <a:xfrm>
            <a:off x="598220" y="1777077"/>
            <a:ext cx="3137243" cy="3139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ABF379-23D4-8F46-B014-F18E74EAB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3320" y="2394857"/>
            <a:ext cx="7382655" cy="1495454"/>
          </a:xfrm>
        </p:spPr>
        <p:txBody>
          <a:bodyPr anchor="b">
            <a:noAutofit/>
          </a:bodyPr>
          <a:lstStyle>
            <a:lvl1pPr algn="l">
              <a:defRPr sz="5400" b="1" i="0">
                <a:solidFill>
                  <a:srgbClr val="4F2D7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BBF39-04B2-CA48-B611-B7D7ED5A84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73321" y="4075146"/>
            <a:ext cx="6663814" cy="43862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spc="0" baseline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2D27FC-0ABE-394C-B734-762CBDED703F}"/>
              </a:ext>
            </a:extLst>
          </p:cNvPr>
          <p:cNvCxnSpPr>
            <a:cxnSpLocks/>
          </p:cNvCxnSpPr>
          <p:nvPr userDrawn="1"/>
        </p:nvCxnSpPr>
        <p:spPr>
          <a:xfrm>
            <a:off x="3747928" y="2520683"/>
            <a:ext cx="0" cy="1882631"/>
          </a:xfrm>
          <a:prstGeom prst="line">
            <a:avLst/>
          </a:prstGeom>
          <a:ln>
            <a:solidFill>
              <a:srgbClr val="4F2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991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">
    <p:bg>
      <p:bgPr>
        <a:solidFill>
          <a:srgbClr val="8E7D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F379-23D4-8F46-B014-F18E74EAB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3320" y="2316480"/>
            <a:ext cx="7130107" cy="1573831"/>
          </a:xfrm>
        </p:spPr>
        <p:txBody>
          <a:bodyPr anchor="b">
            <a:noAutofit/>
          </a:bodyPr>
          <a:lstStyle>
            <a:lvl1pPr algn="l">
              <a:defRPr sz="5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BBF39-04B2-CA48-B611-B7D7ED5A84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73321" y="4075146"/>
            <a:ext cx="6663814" cy="43862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spc="0" baseline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2D27FC-0ABE-394C-B734-762CBDED703F}"/>
              </a:ext>
            </a:extLst>
          </p:cNvPr>
          <p:cNvCxnSpPr>
            <a:cxnSpLocks/>
          </p:cNvCxnSpPr>
          <p:nvPr userDrawn="1"/>
        </p:nvCxnSpPr>
        <p:spPr>
          <a:xfrm>
            <a:off x="3452351" y="2520683"/>
            <a:ext cx="0" cy="188263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BCB34EF-41E0-4D2D-A2E6-4A2FF35498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1136" y="1862172"/>
            <a:ext cx="2854130" cy="285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55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4_Title Slide">
    <p:bg>
      <p:bgPr>
        <a:solidFill>
          <a:srgbClr val="4F2D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F379-23D4-8F46-B014-F18E74EAB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3320" y="2220686"/>
            <a:ext cx="7043023" cy="1669625"/>
          </a:xfrm>
        </p:spPr>
        <p:txBody>
          <a:bodyPr anchor="b">
            <a:noAutofit/>
          </a:bodyPr>
          <a:lstStyle>
            <a:lvl1pPr algn="l">
              <a:defRPr sz="5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BBF39-04B2-CA48-B611-B7D7ED5A84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73321" y="4075146"/>
            <a:ext cx="6663814" cy="43862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spc="0" baseline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2D27FC-0ABE-394C-B734-762CBDED703F}"/>
              </a:ext>
            </a:extLst>
          </p:cNvPr>
          <p:cNvCxnSpPr>
            <a:cxnSpLocks/>
          </p:cNvCxnSpPr>
          <p:nvPr userDrawn="1"/>
        </p:nvCxnSpPr>
        <p:spPr>
          <a:xfrm>
            <a:off x="3452351" y="2520683"/>
            <a:ext cx="0" cy="188263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89F13AD-9D58-44B6-BCAE-B5229763A1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555" y="1952133"/>
            <a:ext cx="2727476" cy="295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95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CEA0E46D-68C7-EA49-972B-4B5E0D36BC2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666009" y="0"/>
            <a:ext cx="4525991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90B6A0-330D-4E4D-8ABA-4C0207E82D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7645" y="4792443"/>
            <a:ext cx="6079068" cy="349031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spc="0" baseline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HERE TO EDIT SUBTITLE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C81490-6A4C-F94F-B598-F247C24BD2E7}"/>
              </a:ext>
            </a:extLst>
          </p:cNvPr>
          <p:cNvSpPr txBox="1">
            <a:spLocks/>
          </p:cNvSpPr>
          <p:nvPr userDrawn="1"/>
        </p:nvSpPr>
        <p:spPr>
          <a:xfrm>
            <a:off x="533093" y="6368750"/>
            <a:ext cx="448763" cy="165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1200" b="1" i="0">
                <a:solidFill>
                  <a:srgbClr val="4F2D7F"/>
                </a:solidFill>
                <a:latin typeface="Futura Md BT" panose="020B0602020204020303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AA23EBD3-1EF8-AD4F-BAF6-F70C65CCC098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 lvl="0"/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BFBA1AE-EDAB-5B49-A9E6-62A418649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8568" y="6368750"/>
            <a:ext cx="6623222" cy="165572"/>
          </a:xfrm>
          <a:prstGeom prst="rect">
            <a:avLst/>
          </a:prstGeom>
        </p:spPr>
        <p:txBody>
          <a:bodyPr anchor="ctr"/>
          <a:lstStyle>
            <a:lvl1pPr>
              <a:defRPr sz="11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58A23A-1750-C64C-B3F0-4272F0EE4192}"/>
              </a:ext>
            </a:extLst>
          </p:cNvPr>
          <p:cNvCxnSpPr>
            <a:cxnSpLocks/>
          </p:cNvCxnSpPr>
          <p:nvPr userDrawn="1"/>
        </p:nvCxnSpPr>
        <p:spPr>
          <a:xfrm>
            <a:off x="533094" y="6220426"/>
            <a:ext cx="10485014" cy="0"/>
          </a:xfrm>
          <a:prstGeom prst="line">
            <a:avLst/>
          </a:prstGeom>
          <a:ln w="25400">
            <a:solidFill>
              <a:srgbClr val="4F2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CE2A11C9-EBD4-6448-AB82-93995A4F0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645" y="3172267"/>
            <a:ext cx="6663814" cy="1369628"/>
          </a:xfrm>
        </p:spPr>
        <p:txBody>
          <a:bodyPr anchor="b">
            <a:noAutofit/>
          </a:bodyPr>
          <a:lstStyle>
            <a:lvl1pPr algn="l">
              <a:defRPr sz="4800" b="1" i="0">
                <a:solidFill>
                  <a:srgbClr val="4F2D7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D53EF9-C946-49BA-9D93-0CAE4024C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6102" y="5919544"/>
            <a:ext cx="777240" cy="698532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7B3732C-903C-455A-9C8E-B3F8ED28A8CC}"/>
              </a:ext>
            </a:extLst>
          </p:cNvPr>
          <p:cNvSpPr txBox="1">
            <a:spLocks/>
          </p:cNvSpPr>
          <p:nvPr userDrawn="1"/>
        </p:nvSpPr>
        <p:spPr>
          <a:xfrm>
            <a:off x="8696260" y="6370487"/>
            <a:ext cx="2430845" cy="24930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#BLEEDPURPLE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254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29A64-8A2A-B541-BFC1-DFE6F955E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3" y="1450571"/>
            <a:ext cx="10820707" cy="4384854"/>
          </a:xfrm>
        </p:spPr>
        <p:txBody>
          <a:bodyPr anchor="ctr"/>
          <a:lstStyle>
            <a:lvl1pPr>
              <a:spcAft>
                <a:spcPts val="1200"/>
              </a:spcAft>
              <a:defRPr/>
            </a:lvl1pPr>
            <a:lvl2pPr>
              <a:spcAft>
                <a:spcPts val="1200"/>
              </a:spcAft>
              <a:buClr>
                <a:schemeClr val="tx1"/>
              </a:buClr>
              <a:defRPr/>
            </a:lvl2pPr>
            <a:lvl3pPr>
              <a:spcAft>
                <a:spcPts val="1200"/>
              </a:spcAft>
              <a:buClr>
                <a:schemeClr val="tx1"/>
              </a:buClr>
              <a:defRPr/>
            </a:lvl3pPr>
            <a:lvl4pPr>
              <a:spcAft>
                <a:spcPts val="1200"/>
              </a:spcAft>
              <a:buClr>
                <a:schemeClr val="tx1"/>
              </a:buClr>
              <a:defRPr/>
            </a:lvl4pPr>
            <a:lvl5pPr>
              <a:spcAft>
                <a:spcPts val="1200"/>
              </a:spcAft>
              <a:buClr>
                <a:schemeClr val="tx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DB8A6-84F7-A643-AF30-65E2586B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Calibri" panose="020F0502020204030204" pitchFamily="34" charset="0"/>
              </a:defRPr>
            </a:lvl1pPr>
          </a:lstStyle>
          <a:p>
            <a:fld id="{AA23EBD3-1EF8-AD4F-BAF6-F70C65CCC09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FD6EC29-9A23-0D4A-BE61-703D0922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94" y="464610"/>
            <a:ext cx="10515600" cy="629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i="0" kern="1200" cap="all" spc="120" baseline="0" dirty="0">
                <a:solidFill>
                  <a:srgbClr val="4F2D7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2A1DB2-E781-464F-B282-575B8AAE0D85}"/>
              </a:ext>
            </a:extLst>
          </p:cNvPr>
          <p:cNvCxnSpPr>
            <a:cxnSpLocks/>
          </p:cNvCxnSpPr>
          <p:nvPr userDrawn="1"/>
        </p:nvCxnSpPr>
        <p:spPr>
          <a:xfrm>
            <a:off x="533094" y="6220426"/>
            <a:ext cx="10485014" cy="0"/>
          </a:xfrm>
          <a:prstGeom prst="line">
            <a:avLst/>
          </a:prstGeom>
          <a:ln w="25400">
            <a:solidFill>
              <a:srgbClr val="4F2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A772359D-0237-4729-9893-D9922F8D43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6102" y="5919544"/>
            <a:ext cx="777240" cy="698532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8EADBEA-50C5-46CE-8CBA-EB9B60F438BD}"/>
              </a:ext>
            </a:extLst>
          </p:cNvPr>
          <p:cNvSpPr txBox="1">
            <a:spLocks/>
          </p:cNvSpPr>
          <p:nvPr userDrawn="1"/>
        </p:nvSpPr>
        <p:spPr>
          <a:xfrm>
            <a:off x="8696260" y="6370487"/>
            <a:ext cx="2430845" cy="24930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#BLEEDPURPLE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1A41B53-5D82-43E5-A4BF-FFAB58688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8568" y="6368750"/>
            <a:ext cx="6623222" cy="165572"/>
          </a:xfrm>
          <a:prstGeom prst="rect">
            <a:avLst/>
          </a:prstGeom>
        </p:spPr>
        <p:txBody>
          <a:bodyPr anchor="ctr"/>
          <a:lstStyle>
            <a:lvl1pPr>
              <a:defRPr sz="11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175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8E7D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53EC0-B75A-3C42-8697-409F45A2D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16614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4800" b="1" i="0" kern="1200" cap="all" spc="120" baseline="0" dirty="0">
                <a:solidFill>
                  <a:srgbClr val="4F2D7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E61E0-1345-BA46-8A07-B127CAB83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125829"/>
            <a:ext cx="10515600" cy="584527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AEB16-9681-444A-B220-096CEAF1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Calibri" panose="020F0502020204030204" pitchFamily="34" charset="0"/>
              </a:defRPr>
            </a:lvl1pPr>
          </a:lstStyle>
          <a:p>
            <a:fld id="{AA23EBD3-1EF8-AD4F-BAF6-F70C65CCC09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87622-5CEE-5B42-A574-06518095D548}"/>
              </a:ext>
            </a:extLst>
          </p:cNvPr>
          <p:cNvCxnSpPr>
            <a:cxnSpLocks/>
          </p:cNvCxnSpPr>
          <p:nvPr userDrawn="1"/>
        </p:nvCxnSpPr>
        <p:spPr>
          <a:xfrm>
            <a:off x="533094" y="6220426"/>
            <a:ext cx="10485014" cy="0"/>
          </a:xfrm>
          <a:prstGeom prst="line">
            <a:avLst/>
          </a:prstGeom>
          <a:ln w="25400">
            <a:solidFill>
              <a:srgbClr val="4F2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993FCAD-3405-462D-A543-37036CA8D0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6102" y="5919544"/>
            <a:ext cx="777240" cy="698532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628CEC3-B51D-4FBE-9BF6-5D51E4B98D28}"/>
              </a:ext>
            </a:extLst>
          </p:cNvPr>
          <p:cNvSpPr txBox="1">
            <a:spLocks/>
          </p:cNvSpPr>
          <p:nvPr userDrawn="1"/>
        </p:nvSpPr>
        <p:spPr>
          <a:xfrm>
            <a:off x="8696260" y="6370487"/>
            <a:ext cx="2430845" cy="24930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#BLEEDPURPLE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BFF9099-9633-4F22-B331-E4861C5CB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8568" y="6368750"/>
            <a:ext cx="6623222" cy="165572"/>
          </a:xfrm>
          <a:prstGeom prst="rect">
            <a:avLst/>
          </a:prstGeom>
        </p:spPr>
        <p:txBody>
          <a:bodyPr anchor="ctr"/>
          <a:lstStyle>
            <a:lvl1pPr>
              <a:defRPr sz="11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591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53EC0-B75A-3C42-8697-409F45A2DD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116614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4800" b="1" i="0" kern="1200" cap="all" spc="120" baseline="0" dirty="0">
                <a:solidFill>
                  <a:srgbClr val="4F2D7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E61E0-1345-BA46-8A07-B127CAB83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125829"/>
            <a:ext cx="10515600" cy="584527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AEB16-9681-444A-B220-096CEAF1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Calibri" panose="020F0502020204030204" pitchFamily="34" charset="0"/>
              </a:defRPr>
            </a:lvl1pPr>
          </a:lstStyle>
          <a:p>
            <a:fld id="{AA23EBD3-1EF8-AD4F-BAF6-F70C65CCC09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87622-5CEE-5B42-A574-06518095D548}"/>
              </a:ext>
            </a:extLst>
          </p:cNvPr>
          <p:cNvCxnSpPr>
            <a:cxnSpLocks/>
          </p:cNvCxnSpPr>
          <p:nvPr userDrawn="1"/>
        </p:nvCxnSpPr>
        <p:spPr>
          <a:xfrm>
            <a:off x="533094" y="6220426"/>
            <a:ext cx="10485014" cy="0"/>
          </a:xfrm>
          <a:prstGeom prst="line">
            <a:avLst/>
          </a:prstGeom>
          <a:ln w="25400">
            <a:solidFill>
              <a:srgbClr val="4F2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993FCAD-3405-462D-A543-37036CA8D0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6102" y="5919544"/>
            <a:ext cx="777240" cy="698532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628CEC3-B51D-4FBE-9BF6-5D51E4B98D28}"/>
              </a:ext>
            </a:extLst>
          </p:cNvPr>
          <p:cNvSpPr txBox="1">
            <a:spLocks/>
          </p:cNvSpPr>
          <p:nvPr userDrawn="1"/>
        </p:nvSpPr>
        <p:spPr>
          <a:xfrm>
            <a:off x="8696260" y="6370487"/>
            <a:ext cx="2430845" cy="24930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#BLEEDPURPLE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BFF9099-9633-4F22-B331-E4861C5CB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8568" y="6368750"/>
            <a:ext cx="6623222" cy="165572"/>
          </a:xfrm>
          <a:prstGeom prst="rect">
            <a:avLst/>
          </a:prstGeom>
        </p:spPr>
        <p:txBody>
          <a:bodyPr anchor="ctr"/>
          <a:lstStyle>
            <a:lvl1pPr>
              <a:defRPr sz="11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98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4D18B-FBD5-0448-9D63-982BB1258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35845"/>
            <a:ext cx="4969476" cy="4882790"/>
          </a:xfrm>
        </p:spPr>
        <p:txBody>
          <a:bodyPr/>
          <a:lstStyle>
            <a:lvl1pPr>
              <a:defRPr lang="en-US" sz="2200" b="0" i="0" kern="1200" dirty="0">
                <a:solidFill>
                  <a:srgbClr val="4F2D7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BA41A-24D9-B844-9865-477590D23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4324" y="1035845"/>
            <a:ext cx="4969476" cy="488279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2B45B-2494-834B-B876-DE3D55313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Calibri" panose="020F0502020204030204" pitchFamily="34" charset="0"/>
              </a:defRPr>
            </a:lvl1pPr>
          </a:lstStyle>
          <a:p>
            <a:fld id="{AA23EBD3-1EF8-AD4F-BAF6-F70C65CCC09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F1AA71-061C-E04F-8907-EAD50EB0CDB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035805"/>
            <a:ext cx="0" cy="488323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5FF665A-D800-F449-96DE-CFB576C68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036"/>
            <a:ext cx="10515600" cy="46878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CAEE1F-A474-6C4E-88D3-9EDF53C60FC6}"/>
              </a:ext>
            </a:extLst>
          </p:cNvPr>
          <p:cNvCxnSpPr>
            <a:cxnSpLocks/>
          </p:cNvCxnSpPr>
          <p:nvPr userDrawn="1"/>
        </p:nvCxnSpPr>
        <p:spPr>
          <a:xfrm>
            <a:off x="533094" y="6220426"/>
            <a:ext cx="10485014" cy="0"/>
          </a:xfrm>
          <a:prstGeom prst="line">
            <a:avLst/>
          </a:prstGeom>
          <a:ln w="25400">
            <a:solidFill>
              <a:srgbClr val="4F2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B0925DD-AA20-43C2-B5BE-DBB426885D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6102" y="5919544"/>
            <a:ext cx="777240" cy="698532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9C65F05-B856-4F7E-92B1-E67FA570F405}"/>
              </a:ext>
            </a:extLst>
          </p:cNvPr>
          <p:cNvSpPr txBox="1">
            <a:spLocks/>
          </p:cNvSpPr>
          <p:nvPr userDrawn="1"/>
        </p:nvSpPr>
        <p:spPr>
          <a:xfrm>
            <a:off x="8696260" y="6370487"/>
            <a:ext cx="2430845" cy="24930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#BLEEDPURPLE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6962DEB-B124-436C-96BD-19BB0736C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8568" y="6368750"/>
            <a:ext cx="6623222" cy="165572"/>
          </a:xfrm>
          <a:prstGeom prst="rect">
            <a:avLst/>
          </a:prstGeom>
        </p:spPr>
        <p:txBody>
          <a:bodyPr anchor="ctr"/>
          <a:lstStyle>
            <a:lvl1pPr>
              <a:defRPr sz="11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420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88BCC-12DA-1646-97F5-31DE965AA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039273"/>
            <a:ext cx="5062624" cy="559786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1E175-9515-D147-BD39-CD7688F61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1793515"/>
            <a:ext cx="5062624" cy="408579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8DFB8E-D116-6A49-950D-8A2216F20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9588" y="1039273"/>
            <a:ext cx="5065800" cy="55978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 cap="all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8F8C2-37F6-B34E-AD58-7E1EB0F57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9588" y="1793515"/>
            <a:ext cx="5065799" cy="408579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C785BA-BD62-CC44-B92D-CE498B6E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Calibri" panose="020F0502020204030204" pitchFamily="34" charset="0"/>
              </a:defRPr>
            </a:lvl1pPr>
          </a:lstStyle>
          <a:p>
            <a:fld id="{AA23EBD3-1EF8-AD4F-BAF6-F70C65CCC09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C907F2-1402-D445-8427-6A8453296D46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039273"/>
            <a:ext cx="0" cy="4995614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01E4046D-70AE-7548-BD7B-AC8B63AA4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036"/>
            <a:ext cx="10515600" cy="46878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1447FDBD-B1AF-0D47-A586-23BC38E77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98568" y="6368750"/>
            <a:ext cx="6623222" cy="165572"/>
          </a:xfrm>
          <a:prstGeom prst="rect">
            <a:avLst/>
          </a:prstGeom>
        </p:spPr>
        <p:txBody>
          <a:bodyPr anchor="ctr"/>
          <a:lstStyle>
            <a:lvl1pPr>
              <a:defRPr lang="en-US" sz="1100" b="1" i="0" kern="1200" dirty="0" smtClean="0">
                <a:solidFill>
                  <a:srgbClr val="4F2D7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TARLETON STATE UNIVERSITY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9206BE-FFBA-0345-BDE2-D4EE5C5DEC9B}"/>
              </a:ext>
            </a:extLst>
          </p:cNvPr>
          <p:cNvCxnSpPr>
            <a:cxnSpLocks/>
          </p:cNvCxnSpPr>
          <p:nvPr userDrawn="1"/>
        </p:nvCxnSpPr>
        <p:spPr>
          <a:xfrm>
            <a:off x="533094" y="6220426"/>
            <a:ext cx="10485014" cy="0"/>
          </a:xfrm>
          <a:prstGeom prst="line">
            <a:avLst/>
          </a:prstGeom>
          <a:ln w="25400">
            <a:solidFill>
              <a:srgbClr val="4F2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43E3339-D957-4680-9C59-348DE1E91B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6102" y="5919544"/>
            <a:ext cx="777240" cy="698532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F4AF52B0-7299-460A-ACBA-938AA0280240}"/>
              </a:ext>
            </a:extLst>
          </p:cNvPr>
          <p:cNvSpPr txBox="1">
            <a:spLocks/>
          </p:cNvSpPr>
          <p:nvPr userDrawn="1"/>
        </p:nvSpPr>
        <p:spPr>
          <a:xfrm>
            <a:off x="8696260" y="6370487"/>
            <a:ext cx="2430845" cy="24930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#BLEEDPURPLE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06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F2F4B-6468-5A4C-9FF4-526B824C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Calibri" panose="020F0502020204030204" pitchFamily="34" charset="0"/>
              </a:defRPr>
            </a:lvl1pPr>
          </a:lstStyle>
          <a:p>
            <a:fld id="{AA23EBD3-1EF8-AD4F-BAF6-F70C65CCC09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45C41A-82A9-E643-BBA6-E0E2F777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036"/>
            <a:ext cx="10515600" cy="46878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88F27D-E264-024E-B610-93EB87D65473}"/>
              </a:ext>
            </a:extLst>
          </p:cNvPr>
          <p:cNvCxnSpPr>
            <a:cxnSpLocks/>
          </p:cNvCxnSpPr>
          <p:nvPr userDrawn="1"/>
        </p:nvCxnSpPr>
        <p:spPr>
          <a:xfrm>
            <a:off x="533094" y="6220426"/>
            <a:ext cx="10485014" cy="0"/>
          </a:xfrm>
          <a:prstGeom prst="line">
            <a:avLst/>
          </a:prstGeom>
          <a:ln w="25400">
            <a:solidFill>
              <a:srgbClr val="4F2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3373A14-7D5E-41A8-B7FE-DC86C0FB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6102" y="5919544"/>
            <a:ext cx="777240" cy="698532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4D99837-C932-443E-88AB-2F741CC965C2}"/>
              </a:ext>
            </a:extLst>
          </p:cNvPr>
          <p:cNvSpPr txBox="1">
            <a:spLocks/>
          </p:cNvSpPr>
          <p:nvPr userDrawn="1"/>
        </p:nvSpPr>
        <p:spPr>
          <a:xfrm>
            <a:off x="8696260" y="6370487"/>
            <a:ext cx="2430845" cy="24930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#BLEEDPURPLE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15C28D4-6EDE-4054-B5BD-89EE2B69F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8568" y="6368750"/>
            <a:ext cx="6623222" cy="165572"/>
          </a:xfrm>
          <a:prstGeom prst="rect">
            <a:avLst/>
          </a:prstGeom>
        </p:spPr>
        <p:txBody>
          <a:bodyPr anchor="ctr"/>
          <a:lstStyle>
            <a:lvl1pPr>
              <a:defRPr sz="11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834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03BDE-6FC3-E646-B72D-8CA6F29BD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Calibri" panose="020F0502020204030204" pitchFamily="34" charset="0"/>
              </a:defRPr>
            </a:lvl1pPr>
          </a:lstStyle>
          <a:p>
            <a:fld id="{AA23EBD3-1EF8-AD4F-BAF6-F70C65CCC09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9770B7-6AC1-FD47-911A-E379C22117A6}"/>
              </a:ext>
            </a:extLst>
          </p:cNvPr>
          <p:cNvCxnSpPr>
            <a:cxnSpLocks/>
          </p:cNvCxnSpPr>
          <p:nvPr userDrawn="1"/>
        </p:nvCxnSpPr>
        <p:spPr>
          <a:xfrm>
            <a:off x="533094" y="6220426"/>
            <a:ext cx="10485014" cy="0"/>
          </a:xfrm>
          <a:prstGeom prst="line">
            <a:avLst/>
          </a:prstGeom>
          <a:ln w="25400">
            <a:solidFill>
              <a:srgbClr val="4F2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5B62EE0-E537-4E5D-B837-0C00D05699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6102" y="5919544"/>
            <a:ext cx="777240" cy="698532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474BC6E-C58C-40AA-8BF4-3BAF0BDB5FE4}"/>
              </a:ext>
            </a:extLst>
          </p:cNvPr>
          <p:cNvSpPr txBox="1">
            <a:spLocks/>
          </p:cNvSpPr>
          <p:nvPr userDrawn="1"/>
        </p:nvSpPr>
        <p:spPr>
          <a:xfrm>
            <a:off x="8696260" y="6370487"/>
            <a:ext cx="2430845" cy="24930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#BLEEDPURPLE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2207DC9-D2D5-4A1B-B78B-1600CBEFB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8568" y="6368750"/>
            <a:ext cx="6623222" cy="165572"/>
          </a:xfrm>
          <a:prstGeom prst="rect">
            <a:avLst/>
          </a:prstGeom>
        </p:spPr>
        <p:txBody>
          <a:bodyPr anchor="ctr"/>
          <a:lstStyle>
            <a:lvl1pPr>
              <a:defRPr sz="11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418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7801B-6523-5242-931D-79811C03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lang="en-US" sz="3200" b="1" i="0" kern="1200" cap="all" spc="120" baseline="0" dirty="0">
                <a:solidFill>
                  <a:srgbClr val="4F2D7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47C42-6243-C441-8C68-72816B9F7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59654"/>
            <a:ext cx="3932237" cy="33093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C9AD0-D661-3542-88EB-91CE12BD1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Calibri" panose="020F0502020204030204" pitchFamily="34" charset="0"/>
              </a:defRPr>
            </a:lvl1pPr>
          </a:lstStyle>
          <a:p>
            <a:fld id="{AA23EBD3-1EF8-AD4F-BAF6-F70C65CCC09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F5D5ED-C5CD-844A-A47D-4B5E039B5B22}"/>
              </a:ext>
            </a:extLst>
          </p:cNvPr>
          <p:cNvCxnSpPr>
            <a:cxnSpLocks/>
          </p:cNvCxnSpPr>
          <p:nvPr userDrawn="1"/>
        </p:nvCxnSpPr>
        <p:spPr>
          <a:xfrm>
            <a:off x="4983892" y="457200"/>
            <a:ext cx="0" cy="541178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F79D63-F40F-EA49-A33A-55B5EA56B71F}"/>
              </a:ext>
            </a:extLst>
          </p:cNvPr>
          <p:cNvCxnSpPr>
            <a:cxnSpLocks/>
          </p:cNvCxnSpPr>
          <p:nvPr userDrawn="1"/>
        </p:nvCxnSpPr>
        <p:spPr>
          <a:xfrm>
            <a:off x="533094" y="6220426"/>
            <a:ext cx="10485014" cy="0"/>
          </a:xfrm>
          <a:prstGeom prst="line">
            <a:avLst/>
          </a:prstGeom>
          <a:ln w="25400">
            <a:solidFill>
              <a:srgbClr val="4F2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CCC65FD-BFE7-4BBC-AB9F-514DB9778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6102" y="5919544"/>
            <a:ext cx="777240" cy="698532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5CA520-D4AC-45A2-94B8-1572303CFA1B}"/>
              </a:ext>
            </a:extLst>
          </p:cNvPr>
          <p:cNvSpPr txBox="1">
            <a:spLocks/>
          </p:cNvSpPr>
          <p:nvPr userDrawn="1"/>
        </p:nvSpPr>
        <p:spPr>
          <a:xfrm>
            <a:off x="8696260" y="6370487"/>
            <a:ext cx="2430845" cy="24930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#BLEEDPURPLE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5FD74011-3586-4C6E-AB16-5D85B7C0C5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8568" y="6368750"/>
            <a:ext cx="6623222" cy="165572"/>
          </a:xfrm>
          <a:prstGeom prst="rect">
            <a:avLst/>
          </a:prstGeom>
        </p:spPr>
        <p:txBody>
          <a:bodyPr anchor="ctr"/>
          <a:lstStyle>
            <a:lvl1pPr>
              <a:defRPr sz="11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5139218-B2B8-4591-8A56-73735967D8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18400" y="477610"/>
            <a:ext cx="5699707" cy="539137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977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66C0F-FC19-4144-BE67-EAC61238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A23EBD3-1EF8-AD4F-BAF6-F70C65CCC09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6BA18E-8E3A-134D-B37C-899ED9246A50}"/>
              </a:ext>
            </a:extLst>
          </p:cNvPr>
          <p:cNvCxnSpPr>
            <a:cxnSpLocks/>
          </p:cNvCxnSpPr>
          <p:nvPr userDrawn="1"/>
        </p:nvCxnSpPr>
        <p:spPr>
          <a:xfrm>
            <a:off x="533094" y="6220426"/>
            <a:ext cx="10485014" cy="0"/>
          </a:xfrm>
          <a:prstGeom prst="line">
            <a:avLst/>
          </a:prstGeom>
          <a:ln w="25400">
            <a:solidFill>
              <a:srgbClr val="4F2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4">
            <a:extLst>
              <a:ext uri="{FF2B5EF4-FFF2-40B4-BE49-F238E27FC236}">
                <a16:creationId xmlns:a16="http://schemas.microsoft.com/office/drawing/2014/main" id="{126CCD5F-3403-134A-B9A8-372469055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76036"/>
            <a:ext cx="10515600" cy="468781"/>
          </a:xfrm>
        </p:spPr>
        <p:txBody>
          <a:bodyPr vert="horz" lIns="91440" tIns="45720" rIns="91440" bIns="45720" rtlCol="0" anchor="ctr"/>
          <a:lstStyle>
            <a:lvl1pPr>
              <a:defRPr lang="en-US" sz="3200" b="1" i="0" kern="1200" cap="all" spc="120" baseline="0" dirty="0">
                <a:solidFill>
                  <a:srgbClr val="4F2D7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8B271B5E-AA22-7A4F-85D0-CF581ECE6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188245"/>
            <a:ext cx="4969476" cy="4882790"/>
          </a:xfrm>
        </p:spPr>
        <p:txBody>
          <a:bodyPr anchor="t"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Integer in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Donec</a:t>
            </a:r>
            <a:r>
              <a:rPr lang="en-US" dirty="0"/>
              <a:t> sed </a:t>
            </a:r>
            <a:r>
              <a:rPr lang="en-US" dirty="0" err="1"/>
              <a:t>sem</a:t>
            </a:r>
            <a:r>
              <a:rPr lang="en-US" dirty="0"/>
              <a:t> non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non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sed, </a:t>
            </a:r>
            <a:r>
              <a:rPr lang="en-US" dirty="0" err="1"/>
              <a:t>rhoncus</a:t>
            </a:r>
            <a:r>
              <a:rPr lang="en-US" dirty="0"/>
              <a:t> libero.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134003-AA1B-4A15-8E35-BAFBDC12BF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6102" y="5919544"/>
            <a:ext cx="777240" cy="698532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569F04E-CDC2-4509-847F-4BA0E5987176}"/>
              </a:ext>
            </a:extLst>
          </p:cNvPr>
          <p:cNvSpPr txBox="1">
            <a:spLocks/>
          </p:cNvSpPr>
          <p:nvPr userDrawn="1"/>
        </p:nvSpPr>
        <p:spPr>
          <a:xfrm>
            <a:off x="8696260" y="6370487"/>
            <a:ext cx="2430845" cy="24930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#BLEEDPURPLE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9637C38-0A5C-4F0C-BC6B-DAADD5EBB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8568" y="6368750"/>
            <a:ext cx="6623222" cy="165572"/>
          </a:xfrm>
          <a:prstGeom prst="rect">
            <a:avLst/>
          </a:prstGeom>
        </p:spPr>
        <p:txBody>
          <a:bodyPr anchor="ctr"/>
          <a:lstStyle>
            <a:lvl1pPr>
              <a:defRPr sz="11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664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3F78B-B218-934F-94AF-97E7512C6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94" y="346483"/>
            <a:ext cx="10515600" cy="629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D657B-AF82-E541-8539-ABA2C0D47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094" y="1242397"/>
            <a:ext cx="10515600" cy="4441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65B7-8FE5-C14C-912F-BEE1D07C5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093" y="6368750"/>
            <a:ext cx="448763" cy="165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1" i="0" smtClean="0">
                <a:solidFill>
                  <a:srgbClr val="4F2D7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A23EBD3-1EF8-AD4F-BAF6-F70C65CCC09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F854DD-D131-AB42-8FEC-09677D60F659}"/>
              </a:ext>
            </a:extLst>
          </p:cNvPr>
          <p:cNvCxnSpPr>
            <a:cxnSpLocks/>
          </p:cNvCxnSpPr>
          <p:nvPr userDrawn="1"/>
        </p:nvCxnSpPr>
        <p:spPr>
          <a:xfrm>
            <a:off x="533094" y="6220426"/>
            <a:ext cx="10485014" cy="0"/>
          </a:xfrm>
          <a:prstGeom prst="line">
            <a:avLst/>
          </a:prstGeom>
          <a:ln w="25400">
            <a:solidFill>
              <a:srgbClr val="4F2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70D0D6D5-E8A7-5A43-9CDF-95B887C78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8568" y="6368749"/>
            <a:ext cx="2430845" cy="2493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1" i="0" smtClean="0">
                <a:solidFill>
                  <a:srgbClr val="4F2D7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TARLETON STATE UNIVERSITY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7A9FFD-13DC-483A-89EA-F57DEA3808E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1236102" y="5919544"/>
            <a:ext cx="777240" cy="698532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859D0DE-4B85-416B-88C6-4461A22CCA26}"/>
              </a:ext>
            </a:extLst>
          </p:cNvPr>
          <p:cNvSpPr txBox="1">
            <a:spLocks/>
          </p:cNvSpPr>
          <p:nvPr userDrawn="1"/>
        </p:nvSpPr>
        <p:spPr>
          <a:xfrm>
            <a:off x="8696260" y="6370487"/>
            <a:ext cx="2430845" cy="24930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#BLEEDPURPLE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13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58" r:id="rId5"/>
    <p:sldLayoutId id="2147483650" r:id="rId6"/>
    <p:sldLayoutId id="2147483651" r:id="rId7"/>
    <p:sldLayoutId id="2147483662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spc="120" baseline="0">
          <a:solidFill>
            <a:srgbClr val="4F2D7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2400"/>
        </a:spcAft>
        <a:buFont typeface="Arial" panose="020B0604020202020204" pitchFamily="34" charset="0"/>
        <a:buChar char="•"/>
        <a:defRPr sz="2200" b="0" i="0" kern="1200">
          <a:solidFill>
            <a:srgbClr val="4F2D7F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2400"/>
        </a:spcAft>
        <a:buFont typeface="Arial" panose="020B0604020202020204" pitchFamily="34" charset="0"/>
        <a:buChar char="•"/>
        <a:defRPr sz="2000" b="0" i="0" kern="1200">
          <a:solidFill>
            <a:schemeClr val="bg1">
              <a:lumMod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2400"/>
        </a:spcAft>
        <a:buFont typeface="Arial" panose="020B0604020202020204" pitchFamily="34" charset="0"/>
        <a:buChar char="•"/>
        <a:defRPr sz="1800" b="0" i="0" kern="120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2400"/>
        </a:spcAft>
        <a:buFont typeface="Arial" panose="020B0604020202020204" pitchFamily="34" charset="0"/>
        <a:buChar char="•"/>
        <a:defRPr sz="1600" b="0" i="0" kern="120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2400"/>
        </a:spcAft>
        <a:buFont typeface="Arial" panose="020B0604020202020204" pitchFamily="34" charset="0"/>
        <a:buChar char="•"/>
        <a:defRPr sz="1600" b="0" i="0" kern="120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A73584-4389-9842-8755-18127B151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248" y="2520683"/>
            <a:ext cx="6663814" cy="1369628"/>
          </a:xfrm>
        </p:spPr>
        <p:txBody>
          <a:bodyPr/>
          <a:lstStyle/>
          <a:p>
            <a:r>
              <a:rPr lang="en-US" dirty="0"/>
              <a:t>Voting Application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85DA2E9-1804-0347-B032-FC9C0274D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3248" y="4075146"/>
            <a:ext cx="6663814" cy="438621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By: Jack O’Rear</a:t>
            </a:r>
          </a:p>
        </p:txBody>
      </p:sp>
    </p:spTree>
    <p:extLst>
      <p:ext uri="{BB962C8B-B14F-4D97-AF65-F5344CB8AC3E}">
        <p14:creationId xmlns:p14="http://schemas.microsoft.com/office/powerpoint/2010/main" val="21740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49D0E8-6A38-1D46-9C10-DA1D826A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Description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6AC0D578-11F7-BD40-826E-A6A9088BE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188245"/>
            <a:ext cx="4969476" cy="4882790"/>
          </a:xfrm>
        </p:spPr>
        <p:txBody>
          <a:bodyPr anchor="t">
            <a:normAutofit/>
          </a:bodyPr>
          <a:lstStyle/>
          <a:p>
            <a:r>
              <a:rPr lang="en-US" dirty="0"/>
              <a:t>This project is a voting application </a:t>
            </a:r>
          </a:p>
          <a:p>
            <a:r>
              <a:rPr lang="en-US" dirty="0"/>
              <a:t>It will take a voter’s name, voter ID, and their choice of candidate.</a:t>
            </a:r>
          </a:p>
          <a:p>
            <a:r>
              <a:rPr lang="en-US" dirty="0"/>
              <a:t>Once all votes have been entered, the “Update Tally” button may be pressed to update the tally of scores. The candidate with the most votes is the winner.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75F39F-3DB7-46DE-A971-6D37F1118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25691-31EF-4200-91FC-562736E12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EBD3-1EF8-AD4F-BAF6-F70C65CCC09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8AD8887-7D38-2734-A858-D270B35A76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45AE88-7506-E8D9-EFD5-EF6737293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324" y="2006071"/>
            <a:ext cx="5275917" cy="294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76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71142-99AD-88AB-5FD4-502778D10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A7D7C5-CD0E-D263-0D58-D361A38B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Submit function</a:t>
            </a:r>
            <a:endParaRPr lang="en-US" dirty="0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1719556C-ED0E-C8B7-E971-54166F9B2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188245"/>
            <a:ext cx="4969476" cy="4882790"/>
          </a:xfrm>
        </p:spPr>
        <p:txBody>
          <a:bodyPr anchor="t">
            <a:normAutofit/>
          </a:bodyPr>
          <a:lstStyle/>
          <a:p>
            <a:r>
              <a:rPr lang="en-US" dirty="0"/>
              <a:t>Both name and candidate are encrypted using the ChaCha20 stream cipher, which is an example of symmetric encryption</a:t>
            </a:r>
          </a:p>
          <a:p>
            <a:r>
              <a:rPr lang="en-US" dirty="0"/>
              <a:t>The program then stores the data in a dictionary, appends it to the list of dictionaries, and writes the list to a </a:t>
            </a:r>
            <a:r>
              <a:rPr lang="en-US" dirty="0" err="1"/>
              <a:t>json</a:t>
            </a:r>
            <a:r>
              <a:rPr lang="en-US" dirty="0"/>
              <a:t> file.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0AA215-0000-6E05-9FF0-75050749E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4EC0AA-67CF-3DFF-1CBC-04C9FE85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EBD3-1EF8-AD4F-BAF6-F70C65CCC09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34325CD-0E6E-E7FE-F55B-582B19B40E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78E5F0-A29D-983D-7C78-73038BFB2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324" y="1005630"/>
            <a:ext cx="5220152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26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CACB2-2C23-CC0C-7096-510DD054E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80C668-0B83-6362-8BDB-4A64E7FE8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 function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9AEE376-759F-D88B-AEBD-E0F689D6F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188245"/>
            <a:ext cx="4969476" cy="4882790"/>
          </a:xfrm>
        </p:spPr>
        <p:txBody>
          <a:bodyPr anchor="t">
            <a:normAutofit/>
          </a:bodyPr>
          <a:lstStyle/>
          <a:p>
            <a:r>
              <a:rPr lang="en-US" dirty="0"/>
              <a:t>List of dictionaries is read from </a:t>
            </a:r>
            <a:r>
              <a:rPr lang="en-US" dirty="0" err="1"/>
              <a:t>json</a:t>
            </a:r>
            <a:r>
              <a:rPr lang="en-US" dirty="0"/>
              <a:t> file</a:t>
            </a:r>
          </a:p>
          <a:p>
            <a:r>
              <a:rPr lang="en-US" dirty="0"/>
              <a:t>Voter info is decrypted</a:t>
            </a:r>
          </a:p>
          <a:p>
            <a:r>
              <a:rPr lang="en-US" dirty="0"/>
              <a:t>Tally of votes per candidate/item is made, and the tally table is updated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3C6574-E1B1-FCB1-F200-5B5EBFD1C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5D7F3B-0566-270D-3321-AE419234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EBD3-1EF8-AD4F-BAF6-F70C65CCC098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950EB5-BA0C-7FC4-8501-7093DDA6C1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31926" y="1036638"/>
            <a:ext cx="3817799" cy="488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1E2559-0C18-C94C-BA69-D534A63B5D9A}"/>
              </a:ext>
            </a:extLst>
          </p:cNvPr>
          <p:cNvSpPr txBox="1">
            <a:spLocks/>
          </p:cNvSpPr>
          <p:nvPr/>
        </p:nvSpPr>
        <p:spPr>
          <a:xfrm>
            <a:off x="698642" y="1450975"/>
            <a:ext cx="10820400" cy="4384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2200" b="0" i="0" kern="1200">
                <a:solidFill>
                  <a:srgbClr val="4F2D7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bg1">
                    <a:lumMod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Add the ability to vote in multiple races/on multiple items at once.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Make it so text fields are cleared when “Submit Vote” button is clicked.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F1A5F010-CED6-F04E-8EEC-D312BE6C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036"/>
            <a:ext cx="10515600" cy="468781"/>
          </a:xfrm>
        </p:spPr>
        <p:txBody>
          <a:bodyPr>
            <a:normAutofit fontScale="90000"/>
          </a:bodyPr>
          <a:lstStyle/>
          <a:p>
            <a:r>
              <a:rPr lang="en-US" dirty="0"/>
              <a:t>Future Additions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4AE771-5091-464A-9EEB-C1C1532040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TARLETON STATE UNIVERSITY  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0C104-3EE1-4808-BC13-5AD06C160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EBD3-1EF8-AD4F-BAF6-F70C65CCC09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60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xansKnowHow">
      <a:dk1>
        <a:srgbClr val="4F2C7F"/>
      </a:dk1>
      <a:lt1>
        <a:srgbClr val="E9E9E9"/>
      </a:lt1>
      <a:dk2>
        <a:srgbClr val="4F2C7F"/>
      </a:dk2>
      <a:lt2>
        <a:srgbClr val="F0F0F0"/>
      </a:lt2>
      <a:accent1>
        <a:srgbClr val="E64C38"/>
      </a:accent1>
      <a:accent2>
        <a:srgbClr val="00B1E1"/>
      </a:accent2>
      <a:accent3>
        <a:srgbClr val="00AF86"/>
      </a:accent3>
      <a:accent4>
        <a:srgbClr val="016E9F"/>
      </a:accent4>
      <a:accent5>
        <a:srgbClr val="E63493"/>
      </a:accent5>
      <a:accent6>
        <a:srgbClr val="ED7624"/>
      </a:accent6>
      <a:hlink>
        <a:srgbClr val="00B1E1"/>
      </a:hlink>
      <a:folHlink>
        <a:srgbClr val="E6349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</TotalTime>
  <Words>189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Voting Application</vt:lpstr>
      <vt:lpstr>Description</vt:lpstr>
      <vt:lpstr>Submit function</vt:lpstr>
      <vt:lpstr>Update function</vt:lpstr>
      <vt:lpstr>Future Additions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Leanne Auld</dc:creator>
  <cp:lastModifiedBy>Wes O'Rear</cp:lastModifiedBy>
  <cp:revision>74</cp:revision>
  <dcterms:created xsi:type="dcterms:W3CDTF">2019-10-02T21:03:57Z</dcterms:created>
  <dcterms:modified xsi:type="dcterms:W3CDTF">2025-12-01T17:52:28Z</dcterms:modified>
</cp:coreProperties>
</file>